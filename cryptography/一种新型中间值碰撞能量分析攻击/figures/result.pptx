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844925" cy="2879725"/>
  <p:notesSz cx="6858000" cy="9144000"/>
  <p:defaultTextStyle>
    <a:defPPr>
      <a:defRPr lang="zh-CN"/>
    </a:defPPr>
    <a:lvl1pPr marL="0" algn="l" defTabSz="384207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1pPr>
    <a:lvl2pPr marL="192103" algn="l" defTabSz="384207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2pPr>
    <a:lvl3pPr marL="384207" algn="l" defTabSz="384207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3pPr>
    <a:lvl4pPr marL="576310" algn="l" defTabSz="384207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4pPr>
    <a:lvl5pPr marL="768413" algn="l" defTabSz="384207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5pPr>
    <a:lvl6pPr marL="960516" algn="l" defTabSz="384207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6pPr>
    <a:lvl7pPr marL="1152620" algn="l" defTabSz="384207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7pPr>
    <a:lvl8pPr marL="1344723" algn="l" defTabSz="384207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8pPr>
    <a:lvl9pPr marL="1536826" algn="l" defTabSz="384207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7" d="100"/>
          <a:sy n="157" d="100"/>
        </p:scale>
        <p:origin x="-1710" y="-84"/>
      </p:cViewPr>
      <p:guideLst>
        <p:guide orient="horz" pos="907"/>
        <p:guide pos="12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88370" y="894583"/>
            <a:ext cx="3268187" cy="61727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6740" y="1631846"/>
            <a:ext cx="2691448" cy="7359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92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84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763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684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605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52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447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368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A08-20B3-4B20-A227-341DA59F97BA}" type="datetimeFigureOut">
              <a:rPr lang="zh-CN" altLang="en-US" smtClean="0"/>
              <a:t>2020/3/15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AD7C-A350-42A5-B005-137E54666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06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A08-20B3-4B20-A227-341DA59F97BA}" type="datetimeFigureOut">
              <a:rPr lang="zh-CN" altLang="en-US" smtClean="0"/>
              <a:t>2020/3/15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AD7C-A350-42A5-B005-137E54666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17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3722" y="1850492"/>
            <a:ext cx="3268187" cy="571945"/>
          </a:xfrm>
        </p:spPr>
        <p:txBody>
          <a:bodyPr anchor="t"/>
          <a:lstStyle>
            <a:lvl1pPr algn="l">
              <a:defRPr sz="17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03722" y="1220553"/>
            <a:ext cx="3268187" cy="629939"/>
          </a:xfrm>
        </p:spPr>
        <p:txBody>
          <a:bodyPr anchor="b"/>
          <a:lstStyle>
            <a:lvl1pPr marL="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192103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2pPr>
            <a:lvl3pPr marL="384207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7631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4pPr>
            <a:lvl5pPr marL="768413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5pPr>
            <a:lvl6pPr marL="960516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6pPr>
            <a:lvl7pPr marL="115262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7pPr>
            <a:lvl8pPr marL="1344723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8pPr>
            <a:lvl9pPr marL="1536826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A08-20B3-4B20-A227-341DA59F97BA}" type="datetimeFigureOut">
              <a:rPr lang="zh-CN" altLang="en-US" smtClean="0"/>
              <a:t>2020/3/15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AD7C-A350-42A5-B005-137E54666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118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92246" y="671936"/>
            <a:ext cx="1698175" cy="1900486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954505" y="671936"/>
            <a:ext cx="1698175" cy="1900486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A08-20B3-4B20-A227-341DA59F97BA}" type="datetimeFigureOut">
              <a:rPr lang="zh-CN" altLang="en-US" smtClean="0"/>
              <a:t>2020/3/15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AD7C-A350-42A5-B005-137E54666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640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2247" y="644606"/>
            <a:ext cx="1698843" cy="268641"/>
          </a:xfrm>
        </p:spPr>
        <p:txBody>
          <a:bodyPr anchor="b"/>
          <a:lstStyle>
            <a:lvl1pPr marL="0" indent="0">
              <a:buNone/>
              <a:defRPr sz="1000" b="1"/>
            </a:lvl1pPr>
            <a:lvl2pPr marL="192103" indent="0">
              <a:buNone/>
              <a:defRPr sz="900" b="1"/>
            </a:lvl2pPr>
            <a:lvl3pPr marL="384207" indent="0">
              <a:buNone/>
              <a:defRPr sz="700" b="1"/>
            </a:lvl3pPr>
            <a:lvl4pPr marL="576310" indent="0">
              <a:buNone/>
              <a:defRPr sz="600" b="1"/>
            </a:lvl4pPr>
            <a:lvl5pPr marL="768413" indent="0">
              <a:buNone/>
              <a:defRPr sz="600" b="1"/>
            </a:lvl5pPr>
            <a:lvl6pPr marL="960516" indent="0">
              <a:buNone/>
              <a:defRPr sz="600" b="1"/>
            </a:lvl6pPr>
            <a:lvl7pPr marL="1152620" indent="0">
              <a:buNone/>
              <a:defRPr sz="600" b="1"/>
            </a:lvl7pPr>
            <a:lvl8pPr marL="1344723" indent="0">
              <a:buNone/>
              <a:defRPr sz="600" b="1"/>
            </a:lvl8pPr>
            <a:lvl9pPr marL="1536826" indent="0">
              <a:buNone/>
              <a:defRPr sz="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92247" y="913246"/>
            <a:ext cx="1698843" cy="1659175"/>
          </a:xfrm>
        </p:spPr>
        <p:txBody>
          <a:bodyPr/>
          <a:lstStyle>
            <a:lvl1pPr>
              <a:defRPr sz="1000"/>
            </a:lvl1pPr>
            <a:lvl2pPr>
              <a:defRPr sz="900"/>
            </a:lvl2pPr>
            <a:lvl3pPr>
              <a:defRPr sz="7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1953173" y="644606"/>
            <a:ext cx="1699510" cy="268641"/>
          </a:xfrm>
        </p:spPr>
        <p:txBody>
          <a:bodyPr anchor="b"/>
          <a:lstStyle>
            <a:lvl1pPr marL="0" indent="0">
              <a:buNone/>
              <a:defRPr sz="1000" b="1"/>
            </a:lvl1pPr>
            <a:lvl2pPr marL="192103" indent="0">
              <a:buNone/>
              <a:defRPr sz="900" b="1"/>
            </a:lvl2pPr>
            <a:lvl3pPr marL="384207" indent="0">
              <a:buNone/>
              <a:defRPr sz="700" b="1"/>
            </a:lvl3pPr>
            <a:lvl4pPr marL="576310" indent="0">
              <a:buNone/>
              <a:defRPr sz="600" b="1"/>
            </a:lvl4pPr>
            <a:lvl5pPr marL="768413" indent="0">
              <a:buNone/>
              <a:defRPr sz="600" b="1"/>
            </a:lvl5pPr>
            <a:lvl6pPr marL="960516" indent="0">
              <a:buNone/>
              <a:defRPr sz="600" b="1"/>
            </a:lvl6pPr>
            <a:lvl7pPr marL="1152620" indent="0">
              <a:buNone/>
              <a:defRPr sz="600" b="1"/>
            </a:lvl7pPr>
            <a:lvl8pPr marL="1344723" indent="0">
              <a:buNone/>
              <a:defRPr sz="600" b="1"/>
            </a:lvl8pPr>
            <a:lvl9pPr marL="1536826" indent="0">
              <a:buNone/>
              <a:defRPr sz="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1953173" y="913246"/>
            <a:ext cx="1699510" cy="1659175"/>
          </a:xfrm>
        </p:spPr>
        <p:txBody>
          <a:bodyPr/>
          <a:lstStyle>
            <a:lvl1pPr>
              <a:defRPr sz="1000"/>
            </a:lvl1pPr>
            <a:lvl2pPr>
              <a:defRPr sz="900"/>
            </a:lvl2pPr>
            <a:lvl3pPr>
              <a:defRPr sz="7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A08-20B3-4B20-A227-341DA59F97BA}" type="datetimeFigureOut">
              <a:rPr lang="zh-CN" altLang="en-US" smtClean="0"/>
              <a:t>2020/3/15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AD7C-A350-42A5-B005-137E54666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05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A08-20B3-4B20-A227-341DA59F97BA}" type="datetimeFigureOut">
              <a:rPr lang="zh-CN" altLang="en-US" smtClean="0"/>
              <a:t>2020/3/15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AD7C-A350-42A5-B005-137E54666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68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A08-20B3-4B20-A227-341DA59F97BA}" type="datetimeFigureOut">
              <a:rPr lang="zh-CN" altLang="en-US" smtClean="0"/>
              <a:t>2020/3/15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AD7C-A350-42A5-B005-137E54666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569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2249" y="114656"/>
            <a:ext cx="1264954" cy="487954"/>
          </a:xfrm>
        </p:spPr>
        <p:txBody>
          <a:bodyPr anchor="b"/>
          <a:lstStyle>
            <a:lvl1pPr algn="l">
              <a:defRPr sz="9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03259" y="114656"/>
            <a:ext cx="2149420" cy="245776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2249" y="602611"/>
            <a:ext cx="1264954" cy="1969811"/>
          </a:xfrm>
        </p:spPr>
        <p:txBody>
          <a:bodyPr/>
          <a:lstStyle>
            <a:lvl1pPr marL="0" indent="0">
              <a:buNone/>
              <a:defRPr sz="600"/>
            </a:lvl1pPr>
            <a:lvl2pPr marL="192103" indent="0">
              <a:buNone/>
              <a:defRPr sz="500"/>
            </a:lvl2pPr>
            <a:lvl3pPr marL="384207" indent="0">
              <a:buNone/>
              <a:defRPr sz="400"/>
            </a:lvl3pPr>
            <a:lvl4pPr marL="576310" indent="0">
              <a:buNone/>
              <a:defRPr sz="400"/>
            </a:lvl4pPr>
            <a:lvl5pPr marL="768413" indent="0">
              <a:buNone/>
              <a:defRPr sz="400"/>
            </a:lvl5pPr>
            <a:lvl6pPr marL="960516" indent="0">
              <a:buNone/>
              <a:defRPr sz="400"/>
            </a:lvl6pPr>
            <a:lvl7pPr marL="1152620" indent="0">
              <a:buNone/>
              <a:defRPr sz="400"/>
            </a:lvl7pPr>
            <a:lvl8pPr marL="1344723" indent="0">
              <a:buNone/>
              <a:defRPr sz="400"/>
            </a:lvl8pPr>
            <a:lvl9pPr marL="1536826" indent="0">
              <a:buNone/>
              <a:defRPr sz="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A08-20B3-4B20-A227-341DA59F97BA}" type="datetimeFigureOut">
              <a:rPr lang="zh-CN" altLang="en-US" smtClean="0"/>
              <a:t>2020/3/15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AD7C-A350-42A5-B005-137E54666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885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3633" y="2015809"/>
            <a:ext cx="2306955" cy="237976"/>
          </a:xfrm>
        </p:spPr>
        <p:txBody>
          <a:bodyPr anchor="b"/>
          <a:lstStyle>
            <a:lvl1pPr algn="l">
              <a:defRPr sz="9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53633" y="257309"/>
            <a:ext cx="2306955" cy="1727835"/>
          </a:xfrm>
        </p:spPr>
        <p:txBody>
          <a:bodyPr/>
          <a:lstStyle>
            <a:lvl1pPr marL="0" indent="0">
              <a:buNone/>
              <a:defRPr sz="1400"/>
            </a:lvl1pPr>
            <a:lvl2pPr marL="192103" indent="0">
              <a:buNone/>
              <a:defRPr sz="1200"/>
            </a:lvl2pPr>
            <a:lvl3pPr marL="384207" indent="0">
              <a:buNone/>
              <a:defRPr sz="1000"/>
            </a:lvl3pPr>
            <a:lvl4pPr marL="576310" indent="0">
              <a:buNone/>
              <a:defRPr sz="900"/>
            </a:lvl4pPr>
            <a:lvl5pPr marL="768413" indent="0">
              <a:buNone/>
              <a:defRPr sz="900"/>
            </a:lvl5pPr>
            <a:lvl6pPr marL="960516" indent="0">
              <a:buNone/>
              <a:defRPr sz="900"/>
            </a:lvl6pPr>
            <a:lvl7pPr marL="1152620" indent="0">
              <a:buNone/>
              <a:defRPr sz="900"/>
            </a:lvl7pPr>
            <a:lvl8pPr marL="1344723" indent="0">
              <a:buNone/>
              <a:defRPr sz="900"/>
            </a:lvl8pPr>
            <a:lvl9pPr marL="1536826" indent="0">
              <a:buNone/>
              <a:defRPr sz="9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53633" y="2253786"/>
            <a:ext cx="2306955" cy="337968"/>
          </a:xfrm>
        </p:spPr>
        <p:txBody>
          <a:bodyPr/>
          <a:lstStyle>
            <a:lvl1pPr marL="0" indent="0">
              <a:buNone/>
              <a:defRPr sz="600"/>
            </a:lvl1pPr>
            <a:lvl2pPr marL="192103" indent="0">
              <a:buNone/>
              <a:defRPr sz="500"/>
            </a:lvl2pPr>
            <a:lvl3pPr marL="384207" indent="0">
              <a:buNone/>
              <a:defRPr sz="400"/>
            </a:lvl3pPr>
            <a:lvl4pPr marL="576310" indent="0">
              <a:buNone/>
              <a:defRPr sz="400"/>
            </a:lvl4pPr>
            <a:lvl5pPr marL="768413" indent="0">
              <a:buNone/>
              <a:defRPr sz="400"/>
            </a:lvl5pPr>
            <a:lvl6pPr marL="960516" indent="0">
              <a:buNone/>
              <a:defRPr sz="400"/>
            </a:lvl6pPr>
            <a:lvl7pPr marL="1152620" indent="0">
              <a:buNone/>
              <a:defRPr sz="400"/>
            </a:lvl7pPr>
            <a:lvl8pPr marL="1344723" indent="0">
              <a:buNone/>
              <a:defRPr sz="400"/>
            </a:lvl8pPr>
            <a:lvl9pPr marL="1536826" indent="0">
              <a:buNone/>
              <a:defRPr sz="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A08-20B3-4B20-A227-341DA59F97BA}" type="datetimeFigureOut">
              <a:rPr lang="zh-CN" altLang="en-US" smtClean="0"/>
              <a:t>2020/3/15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AD7C-A350-42A5-B005-137E54666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71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A08-20B3-4B20-A227-341DA59F97BA}" type="datetimeFigureOut">
              <a:rPr lang="zh-CN" altLang="en-US" smtClean="0"/>
              <a:t>2020/3/15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AD7C-A350-42A5-B005-137E54666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294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2787571" y="115324"/>
            <a:ext cx="865108" cy="245709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2247" y="115324"/>
            <a:ext cx="2531242" cy="24570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A08-20B3-4B20-A227-341DA59F97BA}" type="datetimeFigureOut">
              <a:rPr lang="zh-CN" altLang="en-US" smtClean="0"/>
              <a:t>2020/3/15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AD7C-A350-42A5-B005-137E54666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746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92247" y="115324"/>
            <a:ext cx="3460433" cy="479955"/>
          </a:xfrm>
          <a:prstGeom prst="rect">
            <a:avLst/>
          </a:prstGeom>
        </p:spPr>
        <p:txBody>
          <a:bodyPr vert="horz" lIns="38420" tIns="19210" rIns="38420" bIns="1921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2247" y="671936"/>
            <a:ext cx="3460433" cy="1900486"/>
          </a:xfrm>
          <a:prstGeom prst="rect">
            <a:avLst/>
          </a:prstGeom>
        </p:spPr>
        <p:txBody>
          <a:bodyPr vert="horz" lIns="38420" tIns="19210" rIns="38420" bIns="1921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92247" y="2669080"/>
            <a:ext cx="897149" cy="153319"/>
          </a:xfrm>
          <a:prstGeom prst="rect">
            <a:avLst/>
          </a:prstGeom>
        </p:spPr>
        <p:txBody>
          <a:bodyPr vert="horz" lIns="38420" tIns="19210" rIns="38420" bIns="19210" rtlCol="0" anchor="ctr"/>
          <a:lstStyle>
            <a:lvl1pPr algn="l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65A08-20B3-4B20-A227-341DA59F97BA}" type="datetimeFigureOut">
              <a:rPr lang="zh-CN" altLang="en-US" smtClean="0"/>
              <a:t>2020/3/15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313684" y="2669080"/>
            <a:ext cx="1217560" cy="153319"/>
          </a:xfrm>
          <a:prstGeom prst="rect">
            <a:avLst/>
          </a:prstGeom>
        </p:spPr>
        <p:txBody>
          <a:bodyPr vert="horz" lIns="38420" tIns="19210" rIns="38420" bIns="19210" rtlCol="0" anchor="ctr"/>
          <a:lstStyle>
            <a:lvl1pPr algn="ctr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2755531" y="2669080"/>
            <a:ext cx="897149" cy="153319"/>
          </a:xfrm>
          <a:prstGeom prst="rect">
            <a:avLst/>
          </a:prstGeom>
        </p:spPr>
        <p:txBody>
          <a:bodyPr vert="horz" lIns="38420" tIns="19210" rIns="38420" bIns="19210" rtlCol="0" anchor="ctr"/>
          <a:lstStyle>
            <a:lvl1pPr algn="r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6AD7C-A350-42A5-B005-137E54666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86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84207" rtl="0" eaLnBrk="1" latinLnBrk="0" hangingPunct="1">
        <a:spcBef>
          <a:spcPct val="0"/>
        </a:spcBef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077" indent="-144077" algn="l" defTabSz="384207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12168" indent="-120065" algn="l" defTabSz="384207" rtl="0" eaLnBrk="1" latinLnBrk="0" hangingPunct="1">
        <a:spcBef>
          <a:spcPct val="20000"/>
        </a:spcBef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80259" indent="-96052" algn="l" defTabSz="384207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72362" indent="-96052" algn="l" defTabSz="384207" rtl="0" eaLnBrk="1" latinLnBrk="0" hangingPunct="1">
        <a:spcBef>
          <a:spcPct val="20000"/>
        </a:spcBef>
        <a:buFont typeface="Arial" pitchFamily="34" charset="0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864465" indent="-96052" algn="l" defTabSz="384207" rtl="0" eaLnBrk="1" latinLnBrk="0" hangingPunct="1">
        <a:spcBef>
          <a:spcPct val="20000"/>
        </a:spcBef>
        <a:buFont typeface="Arial" pitchFamily="34" charset="0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056569" indent="-96052" algn="l" defTabSz="384207" rtl="0" eaLnBrk="1" latinLnBrk="0" hangingPunct="1">
        <a:spcBef>
          <a:spcPct val="20000"/>
        </a:spcBef>
        <a:buFont typeface="Arial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248672" indent="-96052" algn="l" defTabSz="384207" rtl="0" eaLnBrk="1" latinLnBrk="0" hangingPunct="1">
        <a:spcBef>
          <a:spcPct val="20000"/>
        </a:spcBef>
        <a:buFont typeface="Arial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440775" indent="-96052" algn="l" defTabSz="384207" rtl="0" eaLnBrk="1" latinLnBrk="0" hangingPunct="1">
        <a:spcBef>
          <a:spcPct val="20000"/>
        </a:spcBef>
        <a:buFont typeface="Arial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632879" indent="-96052" algn="l" defTabSz="384207" rtl="0" eaLnBrk="1" latinLnBrk="0" hangingPunct="1">
        <a:spcBef>
          <a:spcPct val="20000"/>
        </a:spcBef>
        <a:buFont typeface="Arial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4207" rtl="0" eaLnBrk="1" latinLnBrk="0" hangingPunct="1">
        <a:defRPr sz="700" kern="1200">
          <a:solidFill>
            <a:schemeClr val="tx1"/>
          </a:solidFill>
          <a:latin typeface="+mn-lt"/>
          <a:ea typeface="+mn-ea"/>
          <a:cs typeface="+mn-cs"/>
        </a:defRPr>
      </a:lvl1pPr>
      <a:lvl2pPr marL="192103" algn="l" defTabSz="384207" rtl="0" eaLnBrk="1" latinLnBrk="0" hangingPunct="1">
        <a:defRPr sz="700" kern="1200">
          <a:solidFill>
            <a:schemeClr val="tx1"/>
          </a:solidFill>
          <a:latin typeface="+mn-lt"/>
          <a:ea typeface="+mn-ea"/>
          <a:cs typeface="+mn-cs"/>
        </a:defRPr>
      </a:lvl2pPr>
      <a:lvl3pPr marL="384207" algn="l" defTabSz="384207" rtl="0" eaLnBrk="1" latinLnBrk="0" hangingPunct="1">
        <a:defRPr sz="700" kern="1200">
          <a:solidFill>
            <a:schemeClr val="tx1"/>
          </a:solidFill>
          <a:latin typeface="+mn-lt"/>
          <a:ea typeface="+mn-ea"/>
          <a:cs typeface="+mn-cs"/>
        </a:defRPr>
      </a:lvl3pPr>
      <a:lvl4pPr marL="576310" algn="l" defTabSz="384207" rtl="0" eaLnBrk="1" latinLnBrk="0" hangingPunct="1">
        <a:defRPr sz="700" kern="1200">
          <a:solidFill>
            <a:schemeClr val="tx1"/>
          </a:solidFill>
          <a:latin typeface="+mn-lt"/>
          <a:ea typeface="+mn-ea"/>
          <a:cs typeface="+mn-cs"/>
        </a:defRPr>
      </a:lvl4pPr>
      <a:lvl5pPr marL="768413" algn="l" defTabSz="384207" rtl="0" eaLnBrk="1" latinLnBrk="0" hangingPunct="1"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960516" algn="l" defTabSz="384207" rtl="0" eaLnBrk="1" latinLnBrk="0" hangingPunct="1">
        <a:defRPr sz="700" kern="1200">
          <a:solidFill>
            <a:schemeClr val="tx1"/>
          </a:solidFill>
          <a:latin typeface="+mn-lt"/>
          <a:ea typeface="+mn-ea"/>
          <a:cs typeface="+mn-cs"/>
        </a:defRPr>
      </a:lvl6pPr>
      <a:lvl7pPr marL="1152620" algn="l" defTabSz="384207" rtl="0" eaLnBrk="1" latinLnBrk="0" hangingPunct="1"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1344723" algn="l" defTabSz="384207" rtl="0" eaLnBrk="1" latinLnBrk="0" hangingPunct="1">
        <a:defRPr sz="700" kern="1200">
          <a:solidFill>
            <a:schemeClr val="tx1"/>
          </a:solidFill>
          <a:latin typeface="+mn-lt"/>
          <a:ea typeface="+mn-ea"/>
          <a:cs typeface="+mn-cs"/>
        </a:defRPr>
      </a:lvl8pPr>
      <a:lvl9pPr marL="1536826" algn="l" defTabSz="384207" rtl="0" eaLnBrk="1" latinLnBrk="0" hangingPunct="1">
        <a:defRPr sz="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:\Users\nakata\Documents\Tencent Files\2720578941\Image\C2C\7116GN}KZZQ_%II%~OD3~%L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" y="0"/>
            <a:ext cx="3843020" cy="2879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339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主题​​</vt:lpstr>
      <vt:lpstr>PowerPoint 演示文稿</vt:lpstr>
    </vt:vector>
  </TitlesOfParts>
  <Company>微软公司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GuoliangYang</cp:lastModifiedBy>
  <cp:revision>9</cp:revision>
  <dcterms:created xsi:type="dcterms:W3CDTF">2019-12-10T03:02:40Z</dcterms:created>
  <dcterms:modified xsi:type="dcterms:W3CDTF">2020-03-15T11:56:55Z</dcterms:modified>
</cp:coreProperties>
</file>